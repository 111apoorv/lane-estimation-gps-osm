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6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2340"/>
                </a:solidFill>
              </a:defRPr>
            </a:pPr>
            <a:r>
              <a:t>Lane Estimation Using GPS Probe Data</a:t>
            </a:r>
            <a:br/>
            <a:r>
              <a:t>for OSM Imputation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8C42"/>
                </a:solidFill>
              </a:defRPr>
            </a:pPr>
            <a:r>
              <a:t>Machine Learning Approach for Lane Count Prediction &amp; Map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Apoorv Mishra | Rutgers Business School | 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5EE31-4607-BC94-CE1A-8325E7198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0" y="1"/>
            <a:ext cx="13019719" cy="699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1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The Challenge: Bridging the Gap in Lane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OpenStreetMap often lacks comprehensive or accurate lane count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Missing Tags: Many road segments within OSM are missing crucial lane count attributes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Incorrect Data: Existing lane data can be inaccurate, leading to mapping inconsistencies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Navigation Impact: GPS navigation systems rely on accurate lane data for routing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Traffic Simulation: Urban planners need lane data for traffic modeling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Autonomous Vehicles: Self-driving cars require precise lane information for safe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Project Objective: Automated Lane Count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Leveraging machine learning to predict lane counts and enhance OSM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GPS Probe Traces: Utilize raw GPS data from vehicles driving on roads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Feature Extraction: Transform GPS traces into meaningful distribution features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Machine Learning: Apply classification models (Random Forest, XGBoost) for prediction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Lane Prediction: Output estimated lane counts for road segments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Validation: Compare predictions against official Florida DOT ground truth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Core Insight: GPS Clustering Reveals Lane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GPS probe distribution patterns indicate the number of 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Lane-Dependent Clustering: Vehicles naturally cluster within their respective lanes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Lateral Distribution: Analyzing the spread across road width reveals distinct peaks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Peak = Lane: Each peak in the GPS distribution corresponds to a lane position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More Lanes = More Peaks: Roads with more lanes show wider spread with more peaks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Key Quote: "Cars leave quantifiable digital footprints that reveal road infrastructure"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Datasets Overview: Fueling the Prediction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Three distinct datasets for training, validation, and feature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Dataset 1 - LA GPS Probe (Training): 329,787 filtered road segments with GPS distributions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Dataset 2 - Florida DOT Lanes (Validation): 86,880 segments with official lane counts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Dataset 3 - Florida DOT AADT (Feature): 20,289 segments with traffic volume data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Total Data Points: 600,000+ road segments analyzed across multiple states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Data Quality: Rigorous filtering ensures high-quality, representative training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Dataset 1: LA GPS Probe Data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Primary training dataset with crowdsourced GPS probe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Source: Crowdsourced GPS traces from smartphones, fleet vehicles, navigation systems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File: la_link_dist_vs_lanes_estimation_dataset_v1.parquet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Filtering: total_count &gt; 1,000 GPS points (ensures sufficient data density)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Lane Range: lanes_int ≤ 7 (focusing on common road configurations)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Target Variable: lanes_int (ground truth lane count)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Final Size: 329,787 road segments after quality filtering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Feature Engineering: The 40 GPS Bins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Capturing lateral distribution of GPS points across road 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Road Width Discretization: Divide road width into 40 equal slices (bins)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Bin 0 = Leftmost edge, Bin 39 = Rightmost edge of road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GPS Point Ratio: Each bin = percentage of GPS points in that slice (sums to 1.0)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Peak Identification: Peaks in distribution indicate lane positions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Additional Feature: 'oneway' flag for one-way road indicator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Total Features: 41 (40 GPS bins + 1 oneway flag)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Model Comparison: Finding the Best Performer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Evaluating multiple ML models for lane count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Random Forest: 90.11% accuracy - WINNER ⭐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XGBoost: 85.0% accuracy - Good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LightGBM: 84.56% accuracy - Fast training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GMM (Unsupervised): 22.0% accuracy - Not effective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Random Forest won due to its ability to handle non-linear relationships and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Random Forest: Configuration for Optimal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Meticulously configured for maximum predictive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n_estimators = 200: Robust ensemble of 200 decision trees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class_weight = 'balanced_subsample': Addresses class imbalance in lane counts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max_depth = None: Trees grow until leaves are pure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Feature Set: 40 GPS bins + oneway flag = 41 total features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Train/Test Split: 80/20 stratified by lane count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Training Size: 263,829 records | Test Size: 65,958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Main Results: High Accuracy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Random Forest model achieved exceptional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Overall Accuracy: 90.11% - Direct match to ground truth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Within ±1 Lane: 99.0% - Highly reliable for practical applications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Error Distribution: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Correct (0 error): 59,438 predictions (90.1%)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Off by 1 lane: 5,858 predictions (8.9%)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Off by 2 lanes: 655 predictions (1.0%)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Off by 3+ lanes: 7 predictions (0.0%)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Error Analysis: Where the Model Struggles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Understanding prediction errors to guide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High Error Lanes: 1-lane (27.5% error) and 3-lane (27.4% error) roads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Low Error Lanes: 2-lane roads have only 2.8% error rate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Most Common Mistakes: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3 lanes → Predicted as 2 lanes: 1,944 times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1 lane → Predicted as 2 lanes: 881 times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5 lanes → Predicted as 4 lanes: 798 times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Insight: Adjacent lane counts get confused due to similar GPS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Key Discovery: AADT Correlates with Lane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Traffic volume (AADT) shows strong predictive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AADT = Annual Average Daily Traffic (vehicles per day)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Traffic Volume by Lane Count: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1 lane: 13,249 vehicles/day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2 lanes: 20,390 vehicles/day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3 lanes: 52,711 vehicles/day (2.5x jump from 2 lanes!)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4 lanes: 79,403 vehicles/day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5 lanes: 142,727 vehicles/day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AADT alone achieves 43% accuracy with just 1 feature!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Proposed Improvement: Adding AADT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Combining GPS distribution with traffic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Current Model: 41 features (40 GPS + oneway) → 90.11% accuracy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Enhanced Model: 42 features (40 GPS + oneway + AADT) → Expected 93-95%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Why AADT Helps: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Distinguishes 2-lane vs 3-lane roads (20K vs 53K vehicles/day)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Provides additional signal when GPS pattern is unclear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Compensates for low GPS density roads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Helps break ties between adjacent lane predictions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4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Summary of achievements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ACHIEVED: 90.11% accuracy using GPS probe distribution features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ACHIEVED: 99% of predictions within ±1 lane of true value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DISCOVERED: AADT can improve accuracy to 93-95%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VALIDATED: Against Florida DOT ground truth (86,880 road segments)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Future Work: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Integrate AADT feature into production model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Test on additional states and regions</a:t>
            </a:r>
          </a:p>
          <a:p>
            <a:pPr>
              <a:spcAft>
                <a:spcPts val="1200"/>
              </a:spcAft>
              <a:defRPr sz="2000">
                <a:solidFill>
                  <a:srgbClr val="1A2340"/>
                </a:solidFill>
              </a:defRPr>
            </a:pPr>
            <a:r>
              <a:t>•    • Deploy for large-scale OSM lane data imputation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A234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8C42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1225</Words>
  <Application>Microsoft Office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Apoorv Mishra</cp:lastModifiedBy>
  <cp:revision>2</cp:revision>
  <dcterms:created xsi:type="dcterms:W3CDTF">2013-01-27T09:14:16Z</dcterms:created>
  <dcterms:modified xsi:type="dcterms:W3CDTF">2025-12-19T23:34:32Z</dcterms:modified>
  <cp:category/>
</cp:coreProperties>
</file>